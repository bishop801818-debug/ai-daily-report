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Fellate
Electrolyte
Monthly
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2026 April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2719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27198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Industry Output (Apr)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Arial"/>
              </a:rPr>
              <a:t>249,500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▲ +4.87%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0118" y="1188720"/>
            <a:ext cx="272719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30118" y="1188720"/>
            <a:ext cx="2727198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1558" y="13258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Fellate Output (Apr)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1558" y="173736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Arial"/>
              </a:rPr>
              <a:t>4,200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1558" y="246888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  <a:latin typeface="Arial"/>
              </a:rPr>
              <a:t>#12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6" y="1188720"/>
            <a:ext cx="272719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4476" y="1188720"/>
            <a:ext cx="2727198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5916" y="13258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Export (Apr)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173736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Arial"/>
              </a:rPr>
              <a:t>28,500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246888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▲ +22%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8834" y="1188720"/>
            <a:ext cx="272719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8834" y="1188720"/>
            <a:ext cx="2727198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0274" y="13258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Li2CO3 Avg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0274" y="173736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Arial"/>
              </a:rPr>
              <a:t>162,700/t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0274" y="246888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rial"/>
              </a:rPr>
              <a:t>▲ Rebound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Electrolyte Monthly Output Trend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Additive Price Trend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Solvent Price Trend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Li2CO3 Price Trend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LiPF6 Monthly Output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LiPF6 Price Trend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Fellate
Electrolyte
Monthly
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