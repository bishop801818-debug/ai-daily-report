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Fellate Electrolyte
Monthly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核心指标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电解液行业4月产量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微软雅黑"/>
              </a:rPr>
              <a:t>24.9万吨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微软雅黑"/>
              </a:rPr>
              <a:t>▲ +4.87% MoM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0118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30118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1558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法恩莱特4月产量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1558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微软雅黑"/>
              </a:rPr>
              <a:t>4,200吨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1558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微软雅黑"/>
              </a:rPr>
              <a:t>行业第12名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6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电解液出口（4月）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微软雅黑"/>
              </a:rPr>
              <a:t>2.85万吨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微软雅黑"/>
              </a:rPr>
              <a:t>▲ +22% MoM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8834" y="1188720"/>
            <a:ext cx="272719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8834" y="1188720"/>
            <a:ext cx="2727198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13258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碳酸锂月均价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173736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微软雅黑"/>
              </a:rPr>
              <a:t>16.27万/吨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0274" y="246888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微软雅黑"/>
              </a:rPr>
              <a:t>▲ 触底反弹中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电解液月度产量趋势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添加剂价格走势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溶剂价格走势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碳酸锂价格走势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六氟磷酸锂月度产量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六氟磷酸锂价格走势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4031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