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法恩莱特
电解液月度
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2026年4月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114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微软雅黑"/>
              </a:rPr>
              <a:t>数据月份：2026年4月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8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法恩莱特
电解液
月度分析
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微软雅黑"/>
              </a:rPr>
              <a:t>2026年4月 · 每月16日发布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数据来源：电解液数据库 · 行业新闻 · 政策中心 · 早报系统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BBBB"/>
                </a:solidFill>
                <a:latin typeface="微软雅黑"/>
              </a:rPr>
              <a:t>仅供参考，不构成投资建议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