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5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法恩莱特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电解液月度
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4805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5E8CC"/>
                </a:solidFill>
                <a:latin typeface="微软雅黑"/>
              </a:rPr>
              <a:t>2026年4月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82880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D37"/>
                </a:solidFill>
                <a:latin typeface="微软雅黑"/>
              </a:rPr>
              <a:t>2026年4月 月度分析报告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200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微软雅黑"/>
              </a:rPr>
              <a:t>数据月份：2026年4月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8404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数据来源：电解液数据库 · 行业新闻 · 政策中心 · 早报系统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5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核心指标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275463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754630" cy="64008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66319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电解液行业4月产量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6319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D37"/>
                </a:solidFill>
                <a:latin typeface="微软雅黑"/>
              </a:rPr>
              <a:t>24.9万吨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66319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49E39"/>
                </a:solidFill>
                <a:latin typeface="微软雅黑"/>
              </a:rPr>
              <a:t>▲ +4.87% MoM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0118" y="960120"/>
            <a:ext cx="275463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30118" y="960120"/>
            <a:ext cx="2754630" cy="64008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1558" y="1097280"/>
            <a:ext cx="266319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法恩莱特4月产量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1558" y="1554480"/>
            <a:ext cx="266319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D37"/>
                </a:solidFill>
                <a:latin typeface="微软雅黑"/>
              </a:rPr>
              <a:t>4,200吨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1558" y="2377440"/>
            <a:ext cx="266319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  <a:latin typeface="微软雅黑"/>
              </a:rPr>
              <a:t>行业第12名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476" y="960120"/>
            <a:ext cx="275463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4476" y="960120"/>
            <a:ext cx="2754630" cy="64008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5916" y="1097280"/>
            <a:ext cx="266319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电解液出口（4月）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1554480"/>
            <a:ext cx="266319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D37"/>
                </a:solidFill>
                <a:latin typeface="微软雅黑"/>
              </a:rPr>
              <a:t>2.85万吨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2377440"/>
            <a:ext cx="266319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49E39"/>
                </a:solidFill>
                <a:latin typeface="微软雅黑"/>
              </a:rPr>
              <a:t>▲ +22% MoM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8834" y="960120"/>
            <a:ext cx="275463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8834" y="960120"/>
            <a:ext cx="2754630" cy="64008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0274" y="1097280"/>
            <a:ext cx="266319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碳酸锂月均价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0274" y="1554480"/>
            <a:ext cx="266319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D37"/>
                </a:solidFill>
                <a:latin typeface="微软雅黑"/>
              </a:rPr>
              <a:t>16.27万/吨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0274" y="2377440"/>
            <a:ext cx="266319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49E39"/>
                </a:solidFill>
                <a:latin typeface="微软雅黑"/>
              </a:rPr>
              <a:t>▲ 触底反弹中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5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82880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行业动态与市场热点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</a:rPr>
              <a:t>4月电解液行业基本面呈现成本推动型涨价前夜特征。碳酸锂价格触底反弹，六氟磷酸锂景气回升。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5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82880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电解液市场月度分析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微软雅黑"/>
              </a:rPr>
              <a:t>2026年4月电解液行业产量248,950吨，环比增长4.87%。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5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法恩莱特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3774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电解液月度
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389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5E8CC"/>
                </a:solidFill>
                <a:latin typeface="微软雅黑"/>
              </a:rPr>
              <a:t>2026年4月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937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CBB"/>
                </a:solidFill>
                <a:latin typeface="微软雅黑"/>
              </a:rPr>
              <a:t>每月16日发布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D37"/>
                </a:solidFill>
                <a:latin typeface="微软雅黑"/>
              </a:rPr>
              <a:t>数据来源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电解液数据库 · 行业新闻 · 政策中心 · 早报系统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D37"/>
                </a:solidFill>
                <a:latin typeface="微软雅黑"/>
              </a:rPr>
              <a:t>免责声明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976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本报告仅供参考，不构成任何投资建议。
数据来源于公开渠道，真实性经后台验证，但可能有误差。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