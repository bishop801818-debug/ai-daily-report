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4E8B"/>
                </a:solidFill>
                <a:latin typeface="微软雅黑"/>
              </a:defRPr>
            </a:pPr>
            <a:r>
              <a:t>法恩莱特撬装工厂战略规划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  <a:latin typeface="微软雅黑"/>
              </a:defRPr>
            </a:pPr>
            <a:r>
              <a:t>宁德时代山东、河南基地就近配套项目</a:t>
            </a:r>
            <a:br/>
            <a:r>
              <a:t>2026 年 4 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47695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战略机遇验证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宁德时代贴厂模式调研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山东、河南基地布局分析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战略定位与目标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核心价值主张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短中长期目标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技术方案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撬装工厂设计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JIT 供应流程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投资预算与回报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投资明细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收益分析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实施路径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四阶段推进计划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核心竞争优势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五大优势分析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● 行动计划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下一步工作安排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第一部分</a:t>
            </a:r>
            <a:br/>
            <a:r>
              <a:t>战略机遇验证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执行摘要 - 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✅ 宁德时代贴厂模式已验证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重庆'厂中厂'模式 2025 年 6 月投产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电池下线 1 小时内装车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供应链响应从数周压缩到分钟级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山东、河南基地真实存在且规模巨大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山东济宁：2026 年产能超 100GWh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河南洛阳：2026 年产能超 100GWh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电解液需求巨大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两大基地年需求 20-24 万吨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市场空间 60-96 亿元/年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撬装工厂模式完全可行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投资回收期 2-3 年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建议立即启动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宁德时代贴厂模式 - 重庆'厂中厂'案例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项目概况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时间：2025 年 6 月 30 日正式投产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地点：重庆赛力斯超级工厂内部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产能：两条 CTP2.0 高端电池包产线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核心数据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电池下线后不到 1 小时就能装车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从下达指令到产线调整只需不到 20 分钟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每天数千个零部件当天周转完毕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物流响应周期从数天/数周压缩到分钟级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模式特点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物理空间融合：供应商车间直接嵌入整车厂内部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生产系统协同：共享同一套生产节奏和数据系统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零距离供应：取消中间物流环节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零时差响应：实时响应生产计划变化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宁德时代山东基地布局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7040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位置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山东省济宁市兖州区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投资方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宁德时代全资子公司 - 山东时代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投产时间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2025 年 5 月 17 日一期投产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战略定位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北方首个基地，北方产能规划最大基地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一期产能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60GWh，占地 800 余亩，投资 140 亿元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二期产能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30GWh，2025-2026 年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三期产能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40GWh+，2026 年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总产能 (2026)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超 100GWh，总占地约 2000 亩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总投资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超 210 亿元</a:t>
                      </a:r>
                    </a:p>
                  </a:txBody>
                  <a:tcPr marT="91440" marB="91440" marL="45720" marR="45720"/>
                </a:tc>
              </a:tr>
              <a:tr h="64008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建设标准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灯塔工厂 + 零碳工厂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宁德时代河南基地布局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7680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位置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河南省洛阳市伊滨区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开工时间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2022 年 9 月一期开工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一期投产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2024 年 7 月电池包工厂，2025 年 4 月全线投产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二期投产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2025 年 9 月/10 月投产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一期产能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30GWh，占地 850 亩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二期产能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30GWh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三四期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施工中，2026 年投产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总产能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超 100GWh，总占地 3400 亩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总投资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超 300 亿元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产业链配套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26 个上下游项目签约落地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9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年产值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全部建成后超千亿元</a:t>
                      </a:r>
                    </a:p>
                  </a:txBody>
                  <a:tcPr marT="91440" marB="91440"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电解液需求测算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基地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 年产能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电解液年需求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市场空间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山东济宁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100GWh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10-12 万吨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30-48 亿元/年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河南洛阳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100GWh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10-12 万吨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30-48 亿元/年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200GWh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20-24 万吨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60-96 亿元/年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计算公式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电解液需求（吨）= 电池产能（GWh）× 1000-1200 吨/GWh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第二部分</a:t>
            </a:r>
            <a:br/>
            <a:r>
              <a:t>战略定位与目标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总体定位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成为宁德时代山东、河南基地的核心电解液战略供应商，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采用撬装工厂模式实现就近配套、JIT 供应，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打造零距离、零时差、零碳排的供应链标杆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核心价值主张 - 四个'零'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零距离：撬装工厂部署在宁德时代基地周边 50 公里范围内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零时差：管道输送 + 自动化产线，响应时间&lt;2 小时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零碳排：配套光伏 + 储能，使用绿电生产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零库存：按订单生产，JIT 供应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三大优势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轻资产：模块化设计，可快速复制、灵活迁移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快响应：建设周期 3-6 个月，远快于传统工厂 2-3 年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低成本：投资成本降低 50%，运营成本降低 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战略目标体系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短期目标（2026 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 1 座撬装工厂示范项目建设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实现 5GWh 配套产能（约 5000 吨/年）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通过宁德时代供应商认证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示范工厂投资 5000-8000 万元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中期目标（2027-2028 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在山东济宁、河南洛阳各部署 1 座撬装工厂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总产能达到 20GWh 配套（约 2 万吨/年）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进入宁德时代核心供应商体系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年销售收入达到 15-20 亿元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长期目标（2029-2030 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部署 4-6 座撬装工厂，覆盖宁德时代全国基地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总产能达到 50GWh 配套（约 5 万吨/年）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成为宁德时代前三大电解液供应商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年销售收入达到 40-50 亿元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第三部分</a:t>
            </a:r>
            <a:br/>
            <a:r>
              <a:t>技术方案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撬装工厂设计参数对比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参数项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传统工厂对比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占地面积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800-1000㎡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传统工厂 1/10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建筑面积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1000-1500㎡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传统工厂 1/8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建设周期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3-6 个月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传统工厂 1/3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投资规模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5000-8000 万元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传统工厂 1/2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产能规模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5-10GWh 配套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可灵活扩展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人员配置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10-15 人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传统工厂 1/5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自动化程度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L4 级（无人化）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行业领先</a:t>
                      </a:r>
                    </a:p>
                  </a:txBody>
                  <a:tcPr marT="91440" marB="91440"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撬装工厂核心功能模块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模块一：原料储存模块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NMP 储罐、锂盐储罐、添加剂储罐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氮气保护系统、温湿度控制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模块二：配料混合模块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高精度计量系统（精度±0.1%）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自动配料系统、真空搅拌系统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模块三：过滤灌装模块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多级过滤系统（精度 1μm）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自动灌装系统、密封检测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模块四：成品仓储模块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恒温恒湿仓库、自动立体仓库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AGV 搬运系统、WMS 管理系统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模块五：管道输送模块（可选）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不锈钢管道系统、计量泵组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直接输送到宁德时代产线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JIT 供应流程与响应时间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供应流程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宁德时代生产计划 → 法恩莱特接收订单 → 自动配料生产 →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质量检验 → 管道输送/槽车运输 → 宁德时代产线使用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响应时间指标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订单接收：&lt;5 分钟（系统自动接收）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生产启动：&lt;30 分钟（自动化产线）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质量检验：&lt;30 分钟（在线检测）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配送到达：&lt;60 分钟（管道输送/槽车）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总响应时间：&lt;2 小时（行业领先）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库存策略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原材料库存：7-15 天安全库存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成品库存：零库存（按订单生产）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宁德时代库存：代管模式，用后结算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第四部分</a:t>
            </a:r>
            <a:br/>
            <a:r>
              <a:t>投资预算与回报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单座撬装工厂投资预算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7680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金额（万元）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占比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固定资产投资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4200-6050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60%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撬装设备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2500-3500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管道输送系统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300-500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土建工程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500-800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自控系统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300-400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无形资产投资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180-310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3%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流动资金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1500-2300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27%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预备费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500-700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10%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总投资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6380-9360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9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建议取值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8000 万元/座（含 10% 预备费）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投资回报测算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7680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数值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备注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单座工厂产能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5-10GWh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配套能力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单 GWh 电解液价值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8000-10000 万元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市场价格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单座工厂年收入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4-10 亿元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满产状态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产能利用率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80%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保守估计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实际年收入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3.2-8 亿元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年成本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约 4 亿元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原材料 70-80%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年毛利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 亿元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毛利率 20%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年净利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7000 万元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净利率 14%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投资回收期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2-3 年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保守估计</a:t>
                      </a:r>
                    </a:p>
                  </a:txBody>
                  <a:tcPr marT="91440" marB="91440" marL="45720" marR="45720"/>
                </a:tc>
              </a:tr>
              <a:tr h="64007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9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多工厂规划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2027 年 2 座（1.6 亿），2029-30 年 4-6 座（3.2-4.8 亿）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第五部分</a:t>
            </a:r>
            <a:br/>
            <a:r>
              <a:t>实施路径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实施路径 - 四个阶段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阶段一：验证期（2026 年 Q1-Q2）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完成撬装工厂设计方案（2 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与宁德时代对接供应商认证（4 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选址山东济宁或河南洛阳（2 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启动示范工厂建设（8 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里程碑：M6（第 22 周）试生产成功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阶段二：落地期（2026 年 Q3-Q4）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通过宁德时代验厂（4 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小批量供货 0.5-1GWh（8 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验证 JIT 供应流程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里程碑：M10（第 20 周）年度供货目标达成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阶段三：扩张期（2027 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启动第二座工厂建设（Q1）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第二座工厂投产（Q3）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产能提升至 10GWh（Q4）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阶段四：全国布局期（2028-2030 年）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覆盖宁德时代全国基地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产能达到 50GWh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拓展海外市场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风险评估与应对策略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风险类别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发生概率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影响程度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应对策略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政策风险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设备租赁模式、合资公司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客户风险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长期协议、拓展其他客户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技术风险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先槽车运输，逐步验证管道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资金风险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引入战投、绿色金融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安全风险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本质安全设计、HSE 体系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环保风险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清洁工艺、完善环保设施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竞争风险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快速占领、技术壁垒</a:t>
                      </a:r>
                    </a:p>
                  </a:txBody>
                  <a:tcPr marT="91440" marB="91440"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第六部分</a:t>
            </a:r>
            <a:br/>
            <a:r>
              <a:t>核心竞争优势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核心竞争优势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优势一：先发优势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国内首个电解液撬装工厂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建立行业标准，提高进入门槛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优势二：成本优势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投资成本降低 50%（0.8 亿 vs 1.5-2 亿）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运营成本降低 30%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建设周期缩短 60%（3-6 个月 vs 2-3 年）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优势三：响应优势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总响应时间&lt;2 小时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领先传统供应商 12-24 倍（24-48 小时）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优势四：绿色优势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零碳工厂，配套光伏 + 储能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符合宁德时代零碳供应链要求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优势五：灵活优势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可快速复制（3-6 个月投产）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可灵活迁移（撬装设备可移动）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第七部分</a:t>
            </a:r>
            <a:br/>
            <a:r>
              <a:t>行动计划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下一步行动计划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立即启动（本周）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成立项目筹备组（3-5 人）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与宁德时代供应链部门建立联系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调研山东济宁、河南洛阳基地周边土地政策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对接撬装设备供应商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2 周内完成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编制详细商业计划书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完成投资可行性分析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确定首个示范工厂选址（优先洛阳）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1 个月内完成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启动供应商认证流程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签订土地租赁意向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启动设备采购招标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组建项目团队（10-15 人）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3-6 个月行动计划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3 个月内完成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完成详细设计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完成设备采购招标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完成土地租赁协议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完成安评、环评审批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启动工厂建设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6 个月内完成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完成工厂建设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完成设备安装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完成系统调试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试生产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通过宁德时代验厂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交付物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竣工验收报告、设备调试报告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试生产报告、验厂通过证书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战略建议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建议一：立即启动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时不我待，竞争对手可能也在布局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建议本周内成立项目筹备组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快速推进，抢占先机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建议二：优先洛阳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洛阳基地进展更快（一期已满产）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河南政策支持力度大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建议首选洛阳建设示范工厂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建议三：轻资产运营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采用设备租赁模式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土地租赁而非购置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降低初始投资，提高资金效率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建议四：技术领先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采用最先进自动化技术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实现 L4 级无人化操作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建立技术壁垒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建议五：合作共赢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与宁德时代深度绑定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考虑成立合资公司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利益共享，风险共担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预期成果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8229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工厂数量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产能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销售收入</a:t>
                      </a:r>
                    </a:p>
                  </a:txBody>
                  <a:tcPr marT="91440" marB="91440" marL="45720" marR="45720">
                    <a:solidFill>
                      <a:srgbClr val="104E8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短期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2026 年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 座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5GWh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5 亿元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中期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2027-28 年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 座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10GWh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10 亿元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长期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2029-30 年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4-6 座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20-30GWh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20-30 亿元</a:t>
                      </a: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资本路径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2028 年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Pre-IPO 轮融资</a:t>
                      </a: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2029-30 年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  <a:r>
                        <a:t>启动 IPO 或并购重组</a:t>
                      </a: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121"/>
                          </a:solidFill>
                          <a:latin typeface="微软雅黑"/>
                        </a:defRPr>
                      </a:pPr>
                    </a:p>
                  </a:txBody>
                  <a:tcPr marT="91440" marB="91440"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关键成功因素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技术因素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撬装设备模块化设计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自动化控制系统稳定性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产品质量一致性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市场因素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宁德时代供应商认证进度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与宁德时代采购部门关系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签订长期供货协议（3-5 年）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政策因素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危化品许可政策突破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园区准入政策支持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环保、安全生产政策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资金因素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融资渠道畅通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资金成本可控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回款周期管理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5100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◆ 核心结论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✅ 模式可行：宁德时代'厂中厂'模式已验证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✅ 市场巨大：山东、河南基地需求 20-24 万吨/年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✅ 时机成熟：两大基地 2025-2026 年陆续投产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✅ 投资可控：单座工厂 8000 万元，回收期 2-3 年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✅ 优势明显：先发、成本、响应、绿色、灵活五大优势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4E8B"/>
                </a:solidFill>
                <a:latin typeface="微软雅黑"/>
              </a:defRPr>
            </a:pPr>
            <a:r>
              <a:t>✓ 最终建议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🚀 立即启动项目，本周成立筹备组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🎯 优先布局洛阳，建设示范工厂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💡 采用轻资产运营，快速复制扩张</a:t>
            </a:r>
          </a:p>
          <a:p>
            <a:pPr lvl="1">
              <a:spcBef>
                <a:spcPts val="600"/>
              </a:spcBef>
              <a:defRPr sz="1800">
                <a:latin typeface="微软雅黑"/>
              </a:defRPr>
            </a:pPr>
            <a:r>
              <a:t>🏆 打造行业标杆，成为宁德时代核心供应商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4E8B"/>
            </a:gs>
            <a:gs pos="100000">
              <a:srgbClr val="05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4E8B"/>
                </a:solidFill>
                <a:latin typeface="微软雅黑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  <a:latin typeface="微软雅黑"/>
              </a:defRPr>
            </a:pPr>
            <a:r>
              <a:t>法恩莱特撬装工厂战略规划</a:t>
            </a:r>
            <a:br/>
            <a: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47695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